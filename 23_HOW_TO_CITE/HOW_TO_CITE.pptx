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SIMCCS2 | Category: CARBON_CAPTURE</a:t>
            </a:r>
          </a:p>
          <a:p>
            <a:r>
              <a:rPr sz="1400"/>
              <a:t>Upstream: https://github.com/SimCCS/simccs2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SIMCCS2.</a:t>
            </a:r>
          </a:p>
          <a:p>
            <a:r>
              <a:rPr sz="1400"/>
              <a:t>CO2 capture/transport/storage optimization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SIMCCS2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